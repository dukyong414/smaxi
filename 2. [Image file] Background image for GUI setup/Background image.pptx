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4B68E-98A2-4531-9759-3C48597BF1C1}" v="8" dt="2026-01-08T18:45:55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1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kyong Kim" userId="5fff4e7d-2155-4b12-9a4d-4cb27fc3a7d7" providerId="ADAL" clId="{F21DA2D7-AC47-4A37-9DA9-FC248BEA9766}"/>
    <pc:docChg chg="undo custSel addSld delSld modSld">
      <pc:chgData name="Dukyong Kim" userId="5fff4e7d-2155-4b12-9a4d-4cb27fc3a7d7" providerId="ADAL" clId="{F21DA2D7-AC47-4A37-9DA9-FC248BEA9766}" dt="2026-01-08T18:46:07.158" v="32" actId="2696"/>
      <pc:docMkLst>
        <pc:docMk/>
      </pc:docMkLst>
      <pc:sldChg chg="addSp delSp modSp add del mod">
        <pc:chgData name="Dukyong Kim" userId="5fff4e7d-2155-4b12-9a4d-4cb27fc3a7d7" providerId="ADAL" clId="{F21DA2D7-AC47-4A37-9DA9-FC248BEA9766}" dt="2026-01-08T18:46:07.158" v="32" actId="2696"/>
        <pc:sldMkLst>
          <pc:docMk/>
          <pc:sldMk cId="1149205" sldId="256"/>
        </pc:sldMkLst>
        <pc:spChg chg="del">
          <ac:chgData name="Dukyong Kim" userId="5fff4e7d-2155-4b12-9a4d-4cb27fc3a7d7" providerId="ADAL" clId="{F21DA2D7-AC47-4A37-9DA9-FC248BEA9766}" dt="2026-01-08T18:35:05.349" v="0" actId="478"/>
          <ac:spMkLst>
            <pc:docMk/>
            <pc:sldMk cId="1149205" sldId="256"/>
            <ac:spMk id="10" creationId="{42A4FC2C-047E-45A5-965D-8E1E3BF09BC6}"/>
          </ac:spMkLst>
        </pc:spChg>
        <pc:spChg chg="add del">
          <ac:chgData name="Dukyong Kim" userId="5fff4e7d-2155-4b12-9a4d-4cb27fc3a7d7" providerId="ADAL" clId="{F21DA2D7-AC47-4A37-9DA9-FC248BEA9766}" dt="2026-01-08T18:45:06.501" v="8" actId="26606"/>
          <ac:spMkLst>
            <pc:docMk/>
            <pc:sldMk cId="1149205" sldId="256"/>
            <ac:spMk id="1031" creationId="{7AA67C3D-6D28-4C64-81F8-295FC9396EB6}"/>
          </ac:spMkLst>
        </pc:spChg>
        <pc:spChg chg="add del">
          <ac:chgData name="Dukyong Kim" userId="5fff4e7d-2155-4b12-9a4d-4cb27fc3a7d7" providerId="ADAL" clId="{F21DA2D7-AC47-4A37-9DA9-FC248BEA9766}" dt="2026-01-08T18:45:06.501" v="8" actId="26606"/>
          <ac:spMkLst>
            <pc:docMk/>
            <pc:sldMk cId="1149205" sldId="256"/>
            <ac:spMk id="1033" creationId="{8DBEAE55-3EA1-41D7-A212-5F7D8986C1F2}"/>
          </ac:spMkLst>
        </pc:spChg>
        <pc:spChg chg="add del">
          <ac:chgData name="Dukyong Kim" userId="5fff4e7d-2155-4b12-9a4d-4cb27fc3a7d7" providerId="ADAL" clId="{F21DA2D7-AC47-4A37-9DA9-FC248BEA9766}" dt="2026-01-08T18:45:06.501" v="8" actId="26606"/>
          <ac:spMkLst>
            <pc:docMk/>
            <pc:sldMk cId="1149205" sldId="256"/>
            <ac:spMk id="1035" creationId="{CFC5F0E7-644F-4101-BE72-12825CF537E7}"/>
          </ac:spMkLst>
        </pc:spChg>
        <pc:spChg chg="add del">
          <ac:chgData name="Dukyong Kim" userId="5fff4e7d-2155-4b12-9a4d-4cb27fc3a7d7" providerId="ADAL" clId="{F21DA2D7-AC47-4A37-9DA9-FC248BEA9766}" dt="2026-01-08T18:45:06.501" v="8" actId="26606"/>
          <ac:spMkLst>
            <pc:docMk/>
            <pc:sldMk cId="1149205" sldId="256"/>
            <ac:spMk id="1037" creationId="{74283919-7E00-4FC2-BFC9-3F56E58808F7}"/>
          </ac:spMkLst>
        </pc:spChg>
        <pc:spChg chg="add del">
          <ac:chgData name="Dukyong Kim" userId="5fff4e7d-2155-4b12-9a4d-4cb27fc3a7d7" providerId="ADAL" clId="{F21DA2D7-AC47-4A37-9DA9-FC248BEA9766}" dt="2026-01-08T18:45:06.501" v="8" actId="26606"/>
          <ac:spMkLst>
            <pc:docMk/>
            <pc:sldMk cId="1149205" sldId="256"/>
            <ac:spMk id="1039" creationId="{2217FF4A-5EDF-43B7-90EE-BDD9F1E9EAC2}"/>
          </ac:spMkLst>
        </pc:spChg>
        <pc:spChg chg="add del">
          <ac:chgData name="Dukyong Kim" userId="5fff4e7d-2155-4b12-9a4d-4cb27fc3a7d7" providerId="ADAL" clId="{F21DA2D7-AC47-4A37-9DA9-FC248BEA9766}" dt="2026-01-08T18:45:01.618" v="7" actId="26606"/>
          <ac:spMkLst>
            <pc:docMk/>
            <pc:sldMk cId="1149205" sldId="256"/>
            <ac:spMk id="1044" creationId="{9E90EB45-EEE9-4563-8179-65EF62AE0978}"/>
          </ac:spMkLst>
        </pc:spChg>
        <pc:spChg chg="add del">
          <ac:chgData name="Dukyong Kim" userId="5fff4e7d-2155-4b12-9a4d-4cb27fc3a7d7" providerId="ADAL" clId="{F21DA2D7-AC47-4A37-9DA9-FC248BEA9766}" dt="2026-01-08T18:45:01.618" v="7" actId="26606"/>
          <ac:spMkLst>
            <pc:docMk/>
            <pc:sldMk cId="1149205" sldId="256"/>
            <ac:spMk id="1046" creationId="{23D0EF74-AD1E-4FD9-914D-8EC9058EBBA3}"/>
          </ac:spMkLst>
        </pc:spChg>
        <pc:picChg chg="add mod modCrop">
          <ac:chgData name="Dukyong Kim" userId="5fff4e7d-2155-4b12-9a4d-4cb27fc3a7d7" providerId="ADAL" clId="{F21DA2D7-AC47-4A37-9DA9-FC248BEA9766}" dt="2026-01-08T18:45:48.208" v="24" actId="732"/>
          <ac:picMkLst>
            <pc:docMk/>
            <pc:sldMk cId="1149205" sldId="256"/>
            <ac:picMk id="2" creationId="{3DC0128D-DE6D-B85E-F864-8A0FF5709BA3}"/>
          </ac:picMkLst>
        </pc:picChg>
        <pc:picChg chg="add mod">
          <ac:chgData name="Dukyong Kim" userId="5fff4e7d-2155-4b12-9a4d-4cb27fc3a7d7" providerId="ADAL" clId="{F21DA2D7-AC47-4A37-9DA9-FC248BEA9766}" dt="2026-01-08T18:45:53.729" v="25"/>
          <ac:picMkLst>
            <pc:docMk/>
            <pc:sldMk cId="1149205" sldId="256"/>
            <ac:picMk id="3" creationId="{F5972423-6147-AD2F-E6B2-C02F923FEE8F}"/>
          </ac:picMkLst>
        </pc:picChg>
        <pc:picChg chg="del">
          <ac:chgData name="Dukyong Kim" userId="5fff4e7d-2155-4b12-9a4d-4cb27fc3a7d7" providerId="ADAL" clId="{F21DA2D7-AC47-4A37-9DA9-FC248BEA9766}" dt="2026-01-08T18:35:05.349" v="0" actId="478"/>
          <ac:picMkLst>
            <pc:docMk/>
            <pc:sldMk cId="1149205" sldId="256"/>
            <ac:picMk id="5" creationId="{6BC991FD-086A-F5A5-F4FF-A1ACFB6F4DBB}"/>
          </ac:picMkLst>
        </pc:picChg>
        <pc:picChg chg="add mod ord">
          <ac:chgData name="Dukyong Kim" userId="5fff4e7d-2155-4b12-9a4d-4cb27fc3a7d7" providerId="ADAL" clId="{F21DA2D7-AC47-4A37-9DA9-FC248BEA9766}" dt="2026-01-08T18:45:06.501" v="8" actId="26606"/>
          <ac:picMkLst>
            <pc:docMk/>
            <pc:sldMk cId="1149205" sldId="256"/>
            <ac:picMk id="1026" creationId="{57E07430-A0A9-5744-5DA0-C788DAEEDBCF}"/>
          </ac:picMkLst>
        </pc:picChg>
      </pc:sldChg>
      <pc:sldChg chg="addSp delSp modSp add del mod setBg">
        <pc:chgData name="Dukyong Kim" userId="5fff4e7d-2155-4b12-9a4d-4cb27fc3a7d7" providerId="ADAL" clId="{F21DA2D7-AC47-4A37-9DA9-FC248BEA9766}" dt="2026-01-08T18:46:07.158" v="32" actId="2696"/>
        <pc:sldMkLst>
          <pc:docMk/>
          <pc:sldMk cId="3239793909" sldId="257"/>
        </pc:sldMkLst>
        <pc:spChg chg="add del">
          <ac:chgData name="Dukyong Kim" userId="5fff4e7d-2155-4b12-9a4d-4cb27fc3a7d7" providerId="ADAL" clId="{F21DA2D7-AC47-4A37-9DA9-FC248BEA9766}" dt="2026-01-08T18:45:27.743" v="21" actId="26606"/>
          <ac:spMkLst>
            <pc:docMk/>
            <pc:sldMk cId="3239793909" sldId="257"/>
            <ac:spMk id="8" creationId="{7AA67C3D-6D28-4C64-81F8-295FC9396EB6}"/>
          </ac:spMkLst>
        </pc:spChg>
        <pc:spChg chg="add del">
          <ac:chgData name="Dukyong Kim" userId="5fff4e7d-2155-4b12-9a4d-4cb27fc3a7d7" providerId="ADAL" clId="{F21DA2D7-AC47-4A37-9DA9-FC248BEA9766}" dt="2026-01-08T18:45:27.743" v="21" actId="26606"/>
          <ac:spMkLst>
            <pc:docMk/>
            <pc:sldMk cId="3239793909" sldId="257"/>
            <ac:spMk id="10" creationId="{8DBEAE55-3EA1-41D7-A212-5F7D8986C1F2}"/>
          </ac:spMkLst>
        </pc:spChg>
        <pc:spChg chg="add del">
          <ac:chgData name="Dukyong Kim" userId="5fff4e7d-2155-4b12-9a4d-4cb27fc3a7d7" providerId="ADAL" clId="{F21DA2D7-AC47-4A37-9DA9-FC248BEA9766}" dt="2026-01-08T18:45:27.743" v="21" actId="26606"/>
          <ac:spMkLst>
            <pc:docMk/>
            <pc:sldMk cId="3239793909" sldId="257"/>
            <ac:spMk id="12" creationId="{CFC5F0E7-644F-4101-BE72-12825CF537E7}"/>
          </ac:spMkLst>
        </pc:spChg>
        <pc:spChg chg="add del">
          <ac:chgData name="Dukyong Kim" userId="5fff4e7d-2155-4b12-9a4d-4cb27fc3a7d7" providerId="ADAL" clId="{F21DA2D7-AC47-4A37-9DA9-FC248BEA9766}" dt="2026-01-08T18:45:27.743" v="21" actId="26606"/>
          <ac:spMkLst>
            <pc:docMk/>
            <pc:sldMk cId="3239793909" sldId="257"/>
            <ac:spMk id="14" creationId="{74283919-7E00-4FC2-BFC9-3F56E58808F7}"/>
          </ac:spMkLst>
        </pc:spChg>
        <pc:spChg chg="add del">
          <ac:chgData name="Dukyong Kim" userId="5fff4e7d-2155-4b12-9a4d-4cb27fc3a7d7" providerId="ADAL" clId="{F21DA2D7-AC47-4A37-9DA9-FC248BEA9766}" dt="2026-01-08T18:45:27.743" v="21" actId="26606"/>
          <ac:spMkLst>
            <pc:docMk/>
            <pc:sldMk cId="3239793909" sldId="257"/>
            <ac:spMk id="16" creationId="{2217FF4A-5EDF-43B7-90EE-BDD9F1E9EAC2}"/>
          </ac:spMkLst>
        </pc:spChg>
        <pc:spChg chg="add">
          <ac:chgData name="Dukyong Kim" userId="5fff4e7d-2155-4b12-9a4d-4cb27fc3a7d7" providerId="ADAL" clId="{F21DA2D7-AC47-4A37-9DA9-FC248BEA9766}" dt="2026-01-08T18:45:27.743" v="21" actId="26606"/>
          <ac:spMkLst>
            <pc:docMk/>
            <pc:sldMk cId="3239793909" sldId="257"/>
            <ac:spMk id="21" creationId="{7AA67C3D-6D28-4C64-81F8-295FC9396EB6}"/>
          </ac:spMkLst>
        </pc:spChg>
        <pc:spChg chg="add">
          <ac:chgData name="Dukyong Kim" userId="5fff4e7d-2155-4b12-9a4d-4cb27fc3a7d7" providerId="ADAL" clId="{F21DA2D7-AC47-4A37-9DA9-FC248BEA9766}" dt="2026-01-08T18:45:27.743" v="21" actId="26606"/>
          <ac:spMkLst>
            <pc:docMk/>
            <pc:sldMk cId="3239793909" sldId="257"/>
            <ac:spMk id="23" creationId="{8DBEAE55-3EA1-41D7-A212-5F7D8986C1F2}"/>
          </ac:spMkLst>
        </pc:spChg>
        <pc:spChg chg="add">
          <ac:chgData name="Dukyong Kim" userId="5fff4e7d-2155-4b12-9a4d-4cb27fc3a7d7" providerId="ADAL" clId="{F21DA2D7-AC47-4A37-9DA9-FC248BEA9766}" dt="2026-01-08T18:45:27.743" v="21" actId="26606"/>
          <ac:spMkLst>
            <pc:docMk/>
            <pc:sldMk cId="3239793909" sldId="257"/>
            <ac:spMk id="25" creationId="{CFC5F0E7-644F-4101-BE72-12825CF537E7}"/>
          </ac:spMkLst>
        </pc:spChg>
        <pc:spChg chg="add">
          <ac:chgData name="Dukyong Kim" userId="5fff4e7d-2155-4b12-9a4d-4cb27fc3a7d7" providerId="ADAL" clId="{F21DA2D7-AC47-4A37-9DA9-FC248BEA9766}" dt="2026-01-08T18:45:27.743" v="21" actId="26606"/>
          <ac:spMkLst>
            <pc:docMk/>
            <pc:sldMk cId="3239793909" sldId="257"/>
            <ac:spMk id="27" creationId="{74283919-7E00-4FC2-BFC9-3F56E58808F7}"/>
          </ac:spMkLst>
        </pc:spChg>
        <pc:spChg chg="add">
          <ac:chgData name="Dukyong Kim" userId="5fff4e7d-2155-4b12-9a4d-4cb27fc3a7d7" providerId="ADAL" clId="{F21DA2D7-AC47-4A37-9DA9-FC248BEA9766}" dt="2026-01-08T18:45:27.743" v="21" actId="26606"/>
          <ac:spMkLst>
            <pc:docMk/>
            <pc:sldMk cId="3239793909" sldId="257"/>
            <ac:spMk id="29" creationId="{2217FF4A-5EDF-43B7-90EE-BDD9F1E9EAC2}"/>
          </ac:spMkLst>
        </pc:spChg>
        <pc:picChg chg="mod ord">
          <ac:chgData name="Dukyong Kim" userId="5fff4e7d-2155-4b12-9a4d-4cb27fc3a7d7" providerId="ADAL" clId="{F21DA2D7-AC47-4A37-9DA9-FC248BEA9766}" dt="2026-01-08T18:45:25.016" v="20" actId="1036"/>
          <ac:picMkLst>
            <pc:docMk/>
            <pc:sldMk cId="3239793909" sldId="257"/>
            <ac:picMk id="2" creationId="{D5FB6A82-4F78-DD75-2B64-8F2600E30D04}"/>
          </ac:picMkLst>
        </pc:picChg>
        <pc:picChg chg="add mod">
          <ac:chgData name="Dukyong Kim" userId="5fff4e7d-2155-4b12-9a4d-4cb27fc3a7d7" providerId="ADAL" clId="{F21DA2D7-AC47-4A37-9DA9-FC248BEA9766}" dt="2026-01-08T18:45:18.759" v="12" actId="26606"/>
          <ac:picMkLst>
            <pc:docMk/>
            <pc:sldMk cId="3239793909" sldId="257"/>
            <ac:picMk id="3" creationId="{4B32FF0B-ED8F-53C4-24C7-D2A796D9BE95}"/>
          </ac:picMkLst>
        </pc:picChg>
        <pc:picChg chg="del">
          <ac:chgData name="Dukyong Kim" userId="5fff4e7d-2155-4b12-9a4d-4cb27fc3a7d7" providerId="ADAL" clId="{F21DA2D7-AC47-4A37-9DA9-FC248BEA9766}" dt="2026-01-08T18:45:09.517" v="10" actId="21"/>
          <ac:picMkLst>
            <pc:docMk/>
            <pc:sldMk cId="3239793909" sldId="257"/>
            <ac:picMk id="1026" creationId="{715EFD67-7365-60C7-2572-6CB11AEBD7C4}"/>
          </ac:picMkLst>
        </pc:picChg>
      </pc:sldChg>
      <pc:sldChg chg="addSp modSp add mod setBg">
        <pc:chgData name="Dukyong Kim" userId="5fff4e7d-2155-4b12-9a4d-4cb27fc3a7d7" providerId="ADAL" clId="{F21DA2D7-AC47-4A37-9DA9-FC248BEA9766}" dt="2026-01-08T18:46:04.659" v="31" actId="14100"/>
        <pc:sldMkLst>
          <pc:docMk/>
          <pc:sldMk cId="2450251653" sldId="258"/>
        </pc:sldMkLst>
        <pc:spChg chg="add">
          <ac:chgData name="Dukyong Kim" userId="5fff4e7d-2155-4b12-9a4d-4cb27fc3a7d7" providerId="ADAL" clId="{F21DA2D7-AC47-4A37-9DA9-FC248BEA9766}" dt="2026-01-08T18:45:57.261" v="27" actId="26606"/>
          <ac:spMkLst>
            <pc:docMk/>
            <pc:sldMk cId="2450251653" sldId="258"/>
            <ac:spMk id="1031" creationId="{7AA67C3D-6D28-4C64-81F8-295FC9396EB6}"/>
          </ac:spMkLst>
        </pc:spChg>
        <pc:spChg chg="add">
          <ac:chgData name="Dukyong Kim" userId="5fff4e7d-2155-4b12-9a4d-4cb27fc3a7d7" providerId="ADAL" clId="{F21DA2D7-AC47-4A37-9DA9-FC248BEA9766}" dt="2026-01-08T18:45:57.261" v="27" actId="26606"/>
          <ac:spMkLst>
            <pc:docMk/>
            <pc:sldMk cId="2450251653" sldId="258"/>
            <ac:spMk id="1033" creationId="{8DBEAE55-3EA1-41D7-A212-5F7D8986C1F2}"/>
          </ac:spMkLst>
        </pc:spChg>
        <pc:spChg chg="add">
          <ac:chgData name="Dukyong Kim" userId="5fff4e7d-2155-4b12-9a4d-4cb27fc3a7d7" providerId="ADAL" clId="{F21DA2D7-AC47-4A37-9DA9-FC248BEA9766}" dt="2026-01-08T18:45:57.261" v="27" actId="26606"/>
          <ac:spMkLst>
            <pc:docMk/>
            <pc:sldMk cId="2450251653" sldId="258"/>
            <ac:spMk id="1035" creationId="{CFC5F0E7-644F-4101-BE72-12825CF537E7}"/>
          </ac:spMkLst>
        </pc:spChg>
        <pc:spChg chg="add">
          <ac:chgData name="Dukyong Kim" userId="5fff4e7d-2155-4b12-9a4d-4cb27fc3a7d7" providerId="ADAL" clId="{F21DA2D7-AC47-4A37-9DA9-FC248BEA9766}" dt="2026-01-08T18:45:57.261" v="27" actId="26606"/>
          <ac:spMkLst>
            <pc:docMk/>
            <pc:sldMk cId="2450251653" sldId="258"/>
            <ac:spMk id="1037" creationId="{74283919-7E00-4FC2-BFC9-3F56E58808F7}"/>
          </ac:spMkLst>
        </pc:spChg>
        <pc:spChg chg="add">
          <ac:chgData name="Dukyong Kim" userId="5fff4e7d-2155-4b12-9a4d-4cb27fc3a7d7" providerId="ADAL" clId="{F21DA2D7-AC47-4A37-9DA9-FC248BEA9766}" dt="2026-01-08T18:45:57.261" v="27" actId="26606"/>
          <ac:spMkLst>
            <pc:docMk/>
            <pc:sldMk cId="2450251653" sldId="258"/>
            <ac:spMk id="1039" creationId="{2217FF4A-5EDF-43B7-90EE-BDD9F1E9EAC2}"/>
          </ac:spMkLst>
        </pc:spChg>
        <pc:picChg chg="mod">
          <ac:chgData name="Dukyong Kim" userId="5fff4e7d-2155-4b12-9a4d-4cb27fc3a7d7" providerId="ADAL" clId="{F21DA2D7-AC47-4A37-9DA9-FC248BEA9766}" dt="2026-01-08T18:46:04.659" v="31" actId="14100"/>
          <ac:picMkLst>
            <pc:docMk/>
            <pc:sldMk cId="2450251653" sldId="258"/>
            <ac:picMk id="2" creationId="{359A74AE-7EB1-5AF1-B326-93D92884005D}"/>
          </ac:picMkLst>
        </pc:picChg>
        <pc:picChg chg="mod">
          <ac:chgData name="Dukyong Kim" userId="5fff4e7d-2155-4b12-9a4d-4cb27fc3a7d7" providerId="ADAL" clId="{F21DA2D7-AC47-4A37-9DA9-FC248BEA9766}" dt="2026-01-08T18:45:57.261" v="27" actId="26606"/>
          <ac:picMkLst>
            <pc:docMk/>
            <pc:sldMk cId="2450251653" sldId="258"/>
            <ac:picMk id="1026" creationId="{A5C03AEA-CA34-1D63-CB38-C2E37CDA222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0595D-87B8-45EC-B992-89C6B05A7CD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591D1-0740-456F-8550-8A2DBF559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34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98AD1-71EC-B2F3-67A3-BDA379F53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5C09D-49EF-C37C-E9F1-FEDD75070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745E9-F549-1F75-0D5C-1E0EB1B2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60055-E292-2C94-3073-B5FE30006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72868-DA88-C1C3-9ECF-A0145551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92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8D38-E3A1-1AAD-E098-06CB9547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F99F3-AEAD-90DC-3023-A294F18FB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C5CBD-D43A-9B06-93B7-FE44E200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C865F-9A3E-C863-A16A-21EA9EB1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B6360-900B-4D9B-8217-F7E26249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402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55E51-1F17-87B5-F8C8-0B749FA1A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F370A-042F-69C8-15D6-5D2AAFE0E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7B6B-176E-CE40-5EC8-D5D1B611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F1612-EB41-E272-7920-F3BC0321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6B6FE-AFD6-20F3-7754-D2E33A12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782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4BA6-D324-7F73-D053-59C316566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17FF5-8FFC-08B3-2D59-CBD82B61A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42592-E98D-B175-41A5-AD8691573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FA69E-4B06-264D-7F32-C125FB2A2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94828-E8FB-28A9-7487-8D5D40ED4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01800-09F1-4D1B-C210-DD7D7457E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12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C3654-2339-8701-3577-C3538684E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1D7A4-C3F4-A8E2-51A5-E6374886D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E6C22-0416-81C3-24A8-70E60E59E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D49453-9A17-E18C-1009-297C2618A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31FE7D-D0E0-A7C1-4DB1-677B44ED1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DBA81D-0063-4FA6-83AA-B09DDF10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61FC8-95E5-B7EC-BF27-B43654F8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B3C767-81EA-8907-8AF5-35C2E6C8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55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47A0-6405-2A6A-284C-DA75754E0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3D71D1-2EB5-FFCF-F94F-54C8359A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FFBE1-6E43-A7B1-21AC-69068882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A5098B-662C-81A9-CCDC-41E6EDF3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415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40912C-0B03-3ECA-BE68-9ACC5F89A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1B0F0-0645-E0AD-DF81-39A25891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3291A-2922-7F8C-80FF-0274967F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593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53B0-C6C0-17E8-9E23-5B5337EE8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FC670-9E48-3EA4-425A-A6B2A3A28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FD32C-C22C-8AD8-2DA0-348CA7ED1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92D20-04C8-B32D-3479-BB8A7210C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6F824-2EE3-E66A-442D-A989DAFCA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978D5-6AD2-7FFB-F39D-72A7CB97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618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E993-FCAB-EBF3-089C-19ED49421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5AA68-F5D8-AFE5-15B5-C16FD3A2E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DFC22-3AE5-FBA2-69C6-2AE2C1C85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10E9B-DB3A-8CD4-40D4-3D4A9C122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33F70-6FCC-5209-B2DA-30DC3F3F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5CE69-9E31-ABF8-4A43-BEB83B3A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60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D0701-69DA-2925-7267-5E7D291B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9877A-A46D-F4AD-723F-2FD8E5F59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4485D-FE40-DC1B-DD3B-438B430F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11891-95BA-9332-415A-31E663D7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98421-94C0-4CDC-0A81-2A5B7836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80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A049A-B97A-3AFA-6259-7080C3511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FFE97-301B-F5B3-CE40-1A34F346B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2D1D7-8D28-1447-210C-AF01B3B44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19E35-9AFC-D027-E231-C569B065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F8C33-F907-B43B-BAF7-CB758F79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833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991AB3-CE1B-64B4-36DF-F7C44029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E7C98-2445-9212-209B-3E1939CE6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0A388-1D3A-104F-3D2A-4BA42C284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D1DA3-3993-4564-B495-981BAE263A8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658B7-B535-96A8-4BAD-50C52FC52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2D43C-0501-69FB-C38E-6A9A81637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8BE8D-06DF-4394-8296-E2D6732A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74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8E09A-5D51-86FD-904D-5D9DAD37D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AA67C3D-6D28-4C64-81F8-295FC9396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26" name="Picture 2" descr="Argonne's researchers and facilities playing a key role in the fight  against COVID-19 | Argonne National Laboratory">
            <a:extLst>
              <a:ext uri="{FF2B5EF4-FFF2-40B4-BE49-F238E27FC236}">
                <a16:creationId xmlns:a16="http://schemas.microsoft.com/office/drawing/2014/main" id="{A5C03AEA-CA34-1D63-CB38-C2E37CDA2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10" r="2" b="12844"/>
          <a:stretch>
            <a:fillRect/>
          </a:stretch>
        </p:blipFill>
        <p:spPr bwMode="auto">
          <a:xfrm>
            <a:off x="2664294" y="-1"/>
            <a:ext cx="9526226" cy="3405188"/>
          </a:xfrm>
          <a:custGeom>
            <a:avLst/>
            <a:gdLst/>
            <a:ahLst/>
            <a:cxnLst/>
            <a:rect l="l" t="t" r="r" b="b"/>
            <a:pathLst>
              <a:path w="9526226" h="3405188">
                <a:moveTo>
                  <a:pt x="1617925" y="0"/>
                </a:moveTo>
                <a:lnTo>
                  <a:pt x="2711158" y="0"/>
                </a:lnTo>
                <a:lnTo>
                  <a:pt x="3027357" y="0"/>
                </a:lnTo>
                <a:lnTo>
                  <a:pt x="3491324" y="0"/>
                </a:lnTo>
                <a:lnTo>
                  <a:pt x="5200853" y="0"/>
                </a:lnTo>
                <a:lnTo>
                  <a:pt x="9526226" y="0"/>
                </a:lnTo>
                <a:lnTo>
                  <a:pt x="9526226" y="3405188"/>
                </a:lnTo>
                <a:lnTo>
                  <a:pt x="0" y="3405188"/>
                </a:lnTo>
                <a:lnTo>
                  <a:pt x="1596" y="3337395"/>
                </a:lnTo>
                <a:cubicBezTo>
                  <a:pt x="68390" y="1928213"/>
                  <a:pt x="632836" y="708413"/>
                  <a:pt x="1595801" y="1499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74283919-7E00-4FC2-BFC9-3F56E5880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64294" y="0"/>
            <a:ext cx="1953741" cy="3405188"/>
          </a:xfrm>
          <a:custGeom>
            <a:avLst/>
            <a:gdLst>
              <a:gd name="connsiteX0" fmla="*/ 340960 w 1953741"/>
              <a:gd name="connsiteY0" fmla="*/ 0 h 3405188"/>
              <a:gd name="connsiteX1" fmla="*/ 0 w 1953741"/>
              <a:gd name="connsiteY1" fmla="*/ 0 h 3405188"/>
              <a:gd name="connsiteX2" fmla="*/ 0 w 1953741"/>
              <a:gd name="connsiteY2" fmla="*/ 1 h 3405188"/>
              <a:gd name="connsiteX3" fmla="*/ 121075 w 1953741"/>
              <a:gd name="connsiteY3" fmla="*/ 1 h 3405188"/>
              <a:gd name="connsiteX4" fmla="*/ 143661 w 1953741"/>
              <a:gd name="connsiteY4" fmla="*/ 14998 h 3405188"/>
              <a:gd name="connsiteX5" fmla="*/ 1771120 w 1953741"/>
              <a:gd name="connsiteY5" fmla="*/ 3337396 h 3405188"/>
              <a:gd name="connsiteX6" fmla="*/ 1772750 w 1953741"/>
              <a:gd name="connsiteY6" fmla="*/ 3405188 h 3405188"/>
              <a:gd name="connsiteX7" fmla="*/ 1953741 w 1953741"/>
              <a:gd name="connsiteY7" fmla="*/ 3405188 h 3405188"/>
              <a:gd name="connsiteX8" fmla="*/ 1937324 w 1953741"/>
              <a:gd name="connsiteY8" fmla="*/ 3058183 h 3405188"/>
              <a:gd name="connsiteX9" fmla="*/ 363084 w 1953741"/>
              <a:gd name="connsiteY9" fmla="*/ 14997 h 3405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53741" h="3405188">
                <a:moveTo>
                  <a:pt x="340960" y="0"/>
                </a:moveTo>
                <a:lnTo>
                  <a:pt x="0" y="0"/>
                </a:lnTo>
                <a:lnTo>
                  <a:pt x="0" y="1"/>
                </a:lnTo>
                <a:lnTo>
                  <a:pt x="121075" y="1"/>
                </a:lnTo>
                <a:lnTo>
                  <a:pt x="143661" y="14998"/>
                </a:lnTo>
                <a:cubicBezTo>
                  <a:pt x="1126713" y="708414"/>
                  <a:pt x="1702933" y="1928214"/>
                  <a:pt x="1771120" y="3337396"/>
                </a:cubicBezTo>
                <a:lnTo>
                  <a:pt x="1772750" y="3405188"/>
                </a:lnTo>
                <a:lnTo>
                  <a:pt x="1953741" y="3405188"/>
                </a:lnTo>
                <a:lnTo>
                  <a:pt x="1937324" y="3058183"/>
                </a:lnTo>
                <a:cubicBezTo>
                  <a:pt x="1813464" y="1767912"/>
                  <a:pt x="1261851" y="662186"/>
                  <a:pt x="36308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9A74AE-7EB1-5AF1-B326-93D9288400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8" r="-1" b="14825"/>
          <a:stretch>
            <a:fillRect/>
          </a:stretch>
        </p:blipFill>
        <p:spPr>
          <a:xfrm>
            <a:off x="2660676" y="3452815"/>
            <a:ext cx="9531324" cy="3405187"/>
          </a:xfrm>
          <a:custGeom>
            <a:avLst/>
            <a:gdLst/>
            <a:ahLst/>
            <a:cxnLst/>
            <a:rect l="l" t="t" r="r" b="b"/>
            <a:pathLst>
              <a:path w="9531324" h="3405187">
                <a:moveTo>
                  <a:pt x="3977" y="0"/>
                </a:moveTo>
                <a:lnTo>
                  <a:pt x="9531324" y="0"/>
                </a:lnTo>
                <a:lnTo>
                  <a:pt x="9531324" y="3405187"/>
                </a:lnTo>
                <a:lnTo>
                  <a:pt x="5205951" y="3405187"/>
                </a:lnTo>
                <a:lnTo>
                  <a:pt x="3496422" y="3405187"/>
                </a:lnTo>
                <a:lnTo>
                  <a:pt x="3032455" y="3405187"/>
                </a:lnTo>
                <a:lnTo>
                  <a:pt x="2716256" y="3405187"/>
                </a:lnTo>
                <a:lnTo>
                  <a:pt x="2502754" y="3405187"/>
                </a:lnTo>
                <a:lnTo>
                  <a:pt x="2390998" y="3327786"/>
                </a:lnTo>
                <a:cubicBezTo>
                  <a:pt x="2217180" y="3200295"/>
                  <a:pt x="2046553" y="3062584"/>
                  <a:pt x="1874350" y="2922001"/>
                </a:cubicBezTo>
                <a:cubicBezTo>
                  <a:pt x="928725" y="2150026"/>
                  <a:pt x="0" y="1516318"/>
                  <a:pt x="0" y="168843"/>
                </a:cubicBezTo>
                <a:close/>
              </a:path>
            </a:pathLst>
          </a:custGeom>
        </p:spPr>
      </p:pic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2217FF4A-5EDF-43B7-90EE-BDD9F1E9E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60676" y="3452813"/>
            <a:ext cx="2740990" cy="3405187"/>
          </a:xfrm>
          <a:custGeom>
            <a:avLst/>
            <a:gdLst>
              <a:gd name="connsiteX0" fmla="*/ 2737014 w 2740990"/>
              <a:gd name="connsiteY0" fmla="*/ 0 h 3405187"/>
              <a:gd name="connsiteX1" fmla="*/ 2550901 w 2740990"/>
              <a:gd name="connsiteY1" fmla="*/ 0 h 3405187"/>
              <a:gd name="connsiteX2" fmla="*/ 2554960 w 2740990"/>
              <a:gd name="connsiteY2" fmla="*/ 168844 h 3405187"/>
              <a:gd name="connsiteX3" fmla="*/ 641512 w 2740990"/>
              <a:gd name="connsiteY3" fmla="*/ 2922002 h 3405187"/>
              <a:gd name="connsiteX4" fmla="*/ 114085 w 2740990"/>
              <a:gd name="connsiteY4" fmla="*/ 3327787 h 3405187"/>
              <a:gd name="connsiteX5" fmla="*/ 0 w 2740990"/>
              <a:gd name="connsiteY5" fmla="*/ 3405187 h 3405187"/>
              <a:gd name="connsiteX6" fmla="*/ 24734 w 2740990"/>
              <a:gd name="connsiteY6" fmla="*/ 3405187 h 3405187"/>
              <a:gd name="connsiteX7" fmla="*/ 238236 w 2740990"/>
              <a:gd name="connsiteY7" fmla="*/ 3405187 h 3405187"/>
              <a:gd name="connsiteX8" fmla="*/ 349992 w 2740990"/>
              <a:gd name="connsiteY8" fmla="*/ 3327786 h 3405187"/>
              <a:gd name="connsiteX9" fmla="*/ 866640 w 2740990"/>
              <a:gd name="connsiteY9" fmla="*/ 2922001 h 3405187"/>
              <a:gd name="connsiteX10" fmla="*/ 2740990 w 2740990"/>
              <a:gd name="connsiteY10" fmla="*/ 168843 h 3405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40990" h="3405187">
                <a:moveTo>
                  <a:pt x="2737014" y="0"/>
                </a:moveTo>
                <a:lnTo>
                  <a:pt x="2550901" y="0"/>
                </a:lnTo>
                <a:lnTo>
                  <a:pt x="2554960" y="168844"/>
                </a:lnTo>
                <a:cubicBezTo>
                  <a:pt x="2554960" y="1516319"/>
                  <a:pt x="1606862" y="2150027"/>
                  <a:pt x="641512" y="2922002"/>
                </a:cubicBezTo>
                <a:cubicBezTo>
                  <a:pt x="465716" y="3062585"/>
                  <a:pt x="291530" y="3200296"/>
                  <a:pt x="114085" y="3327787"/>
                </a:cubicBezTo>
                <a:lnTo>
                  <a:pt x="0" y="3405187"/>
                </a:lnTo>
                <a:lnTo>
                  <a:pt x="24734" y="3405187"/>
                </a:lnTo>
                <a:lnTo>
                  <a:pt x="238236" y="3405187"/>
                </a:lnTo>
                <a:lnTo>
                  <a:pt x="349992" y="3327786"/>
                </a:lnTo>
                <a:cubicBezTo>
                  <a:pt x="523810" y="3200295"/>
                  <a:pt x="694437" y="3062584"/>
                  <a:pt x="866640" y="2922001"/>
                </a:cubicBezTo>
                <a:cubicBezTo>
                  <a:pt x="1812265" y="2150026"/>
                  <a:pt x="2740990" y="1516318"/>
                  <a:pt x="2740990" y="168843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251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맑은 고딕</vt:lpstr>
      <vt:lpstr>Meiryo</vt:lpstr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Dukyong Kim</dc:creator>
  <cp:lastModifiedBy>Dukyong Kim</cp:lastModifiedBy>
  <cp:revision>1</cp:revision>
  <dcterms:created xsi:type="dcterms:W3CDTF">2026-01-08T18:24:48Z</dcterms:created>
  <dcterms:modified xsi:type="dcterms:W3CDTF">2026-01-08T18:46:07Z</dcterms:modified>
</cp:coreProperties>
</file>