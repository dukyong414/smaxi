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8293100" cy="2478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11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582B26-0913-4F46-9A74-64E44FD517EE}" v="21" dt="2026-02-06T18:34:43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1834" y="1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kyong Kim" userId="5fff4e7d-2155-4b12-9a4d-4cb27fc3a7d7" providerId="ADAL" clId="{F21DA2D7-AC47-4A37-9DA9-FC248BEA9766}"/>
    <pc:docChg chg="undo redo custSel modSld">
      <pc:chgData name="Dukyong Kim" userId="5fff4e7d-2155-4b12-9a4d-4cb27fc3a7d7" providerId="ADAL" clId="{F21DA2D7-AC47-4A37-9DA9-FC248BEA9766}" dt="2026-01-08T18:43:57.654" v="61" actId="14100"/>
      <pc:docMkLst>
        <pc:docMk/>
      </pc:docMkLst>
      <pc:sldChg chg="addSp delSp modSp mod">
        <pc:chgData name="Dukyong Kim" userId="5fff4e7d-2155-4b12-9a4d-4cb27fc3a7d7" providerId="ADAL" clId="{F21DA2D7-AC47-4A37-9DA9-FC248BEA9766}" dt="2026-01-08T18:43:57.654" v="61" actId="14100"/>
        <pc:sldMkLst>
          <pc:docMk/>
          <pc:sldMk cId="402045504" sldId="256"/>
        </pc:sldMkLst>
        <pc:spChg chg="add mod">
          <ac:chgData name="Dukyong Kim" userId="5fff4e7d-2155-4b12-9a4d-4cb27fc3a7d7" providerId="ADAL" clId="{F21DA2D7-AC47-4A37-9DA9-FC248BEA9766}" dt="2026-01-08T18:43:52.261" v="59" actId="1076"/>
          <ac:spMkLst>
            <pc:docMk/>
            <pc:sldMk cId="402045504" sldId="256"/>
            <ac:spMk id="2" creationId="{BC8ADBCB-0A47-58A8-0E59-9B0DF56A2927}"/>
          </ac:spMkLst>
        </pc:spChg>
        <pc:spChg chg="mod topLvl">
          <ac:chgData name="Dukyong Kim" userId="5fff4e7d-2155-4b12-9a4d-4cb27fc3a7d7" providerId="ADAL" clId="{F21DA2D7-AC47-4A37-9DA9-FC248BEA9766}" dt="2026-01-08T18:43:44.379" v="57" actId="1076"/>
          <ac:spMkLst>
            <pc:docMk/>
            <pc:sldMk cId="402045504" sldId="256"/>
            <ac:spMk id="15" creationId="{E94B943E-4247-4A36-3D16-1F477ECD4F62}"/>
          </ac:spMkLst>
        </pc:spChg>
        <pc:picChg chg="add mod">
          <ac:chgData name="Dukyong Kim" userId="5fff4e7d-2155-4b12-9a4d-4cb27fc3a7d7" providerId="ADAL" clId="{F21DA2D7-AC47-4A37-9DA9-FC248BEA9766}" dt="2026-01-08T18:37:17.663" v="48" actId="555"/>
          <ac:picMkLst>
            <pc:docMk/>
            <pc:sldMk cId="402045504" sldId="256"/>
            <ac:picMk id="4" creationId="{447A52AF-7D02-072B-62EF-E24C6F506F77}"/>
          </ac:picMkLst>
        </pc:picChg>
        <pc:picChg chg="mod topLvl">
          <ac:chgData name="Dukyong Kim" userId="5fff4e7d-2155-4b12-9a4d-4cb27fc3a7d7" providerId="ADAL" clId="{F21DA2D7-AC47-4A37-9DA9-FC248BEA9766}" dt="2026-01-08T18:43:42.804" v="55" actId="14100"/>
          <ac:picMkLst>
            <pc:docMk/>
            <pc:sldMk cId="402045504" sldId="256"/>
            <ac:picMk id="5" creationId="{C49988B0-D84A-86D7-9C5E-9794DF83DA0C}"/>
          </ac:picMkLst>
        </pc:picChg>
        <pc:picChg chg="mod topLvl">
          <ac:chgData name="Dukyong Kim" userId="5fff4e7d-2155-4b12-9a4d-4cb27fc3a7d7" providerId="ADAL" clId="{F21DA2D7-AC47-4A37-9DA9-FC248BEA9766}" dt="2026-01-08T18:43:57.654" v="61" actId="14100"/>
          <ac:picMkLst>
            <pc:docMk/>
            <pc:sldMk cId="402045504" sldId="256"/>
            <ac:picMk id="12" creationId="{4D0A3B62-00BB-A6BE-F019-B84B3D0B98A8}"/>
          </ac:picMkLst>
        </pc:picChg>
      </pc:sldChg>
    </pc:docChg>
  </pc:docChgLst>
  <pc:docChgLst>
    <pc:chgData name="Dukyong Kim" userId="5fff4e7d-2155-4b12-9a4d-4cb27fc3a7d7" providerId="ADAL" clId="{C7CD870E-54A3-4BE7-A603-55348BA4B31E}"/>
    <pc:docChg chg="undo custSel addSld modSld">
      <pc:chgData name="Dukyong Kim" userId="5fff4e7d-2155-4b12-9a4d-4cb27fc3a7d7" providerId="ADAL" clId="{C7CD870E-54A3-4BE7-A603-55348BA4B31E}" dt="2026-02-06T18:34:58.150" v="503" actId="1076"/>
      <pc:docMkLst>
        <pc:docMk/>
      </pc:docMkLst>
      <pc:sldChg chg="addSp delSp modSp new mod">
        <pc:chgData name="Dukyong Kim" userId="5fff4e7d-2155-4b12-9a4d-4cb27fc3a7d7" providerId="ADAL" clId="{C7CD870E-54A3-4BE7-A603-55348BA4B31E}" dt="2026-02-06T18:34:58.150" v="503" actId="1076"/>
        <pc:sldMkLst>
          <pc:docMk/>
          <pc:sldMk cId="783124854" sldId="257"/>
        </pc:sldMkLst>
        <pc:spChg chg="add mod ord">
          <ac:chgData name="Dukyong Kim" userId="5fff4e7d-2155-4b12-9a4d-4cb27fc3a7d7" providerId="ADAL" clId="{C7CD870E-54A3-4BE7-A603-55348BA4B31E}" dt="2026-02-02T20:44:15.816" v="455" actId="167"/>
          <ac:spMkLst>
            <pc:docMk/>
            <pc:sldMk cId="783124854" sldId="257"/>
            <ac:spMk id="4" creationId="{0D68EA35-0BA0-8A92-2BFD-65F19EAD54E3}"/>
          </ac:spMkLst>
        </pc:spChg>
        <pc:spChg chg="add del mod">
          <ac:chgData name="Dukyong Kim" userId="5fff4e7d-2155-4b12-9a4d-4cb27fc3a7d7" providerId="ADAL" clId="{C7CD870E-54A3-4BE7-A603-55348BA4B31E}" dt="2026-02-02T20:45:17.185" v="487" actId="1076"/>
          <ac:spMkLst>
            <pc:docMk/>
            <pc:sldMk cId="783124854" sldId="257"/>
            <ac:spMk id="7" creationId="{1102EA4E-E3D8-FE7C-EE63-353E500FDEED}"/>
          </ac:spMkLst>
        </pc:spChg>
        <pc:spChg chg="add del mod">
          <ac:chgData name="Dukyong Kim" userId="5fff4e7d-2155-4b12-9a4d-4cb27fc3a7d7" providerId="ADAL" clId="{C7CD870E-54A3-4BE7-A603-55348BA4B31E}" dt="2026-02-06T18:34:45.036" v="496" actId="21"/>
          <ac:spMkLst>
            <pc:docMk/>
            <pc:sldMk cId="783124854" sldId="257"/>
            <ac:spMk id="10" creationId="{C6CC80D2-58C9-ABA8-D836-D44C7A553433}"/>
          </ac:spMkLst>
        </pc:spChg>
        <pc:spChg chg="add mod">
          <ac:chgData name="Dukyong Kim" userId="5fff4e7d-2155-4b12-9a4d-4cb27fc3a7d7" providerId="ADAL" clId="{C7CD870E-54A3-4BE7-A603-55348BA4B31E}" dt="2026-02-02T20:44:40.692" v="466" actId="255"/>
          <ac:spMkLst>
            <pc:docMk/>
            <pc:sldMk cId="783124854" sldId="257"/>
            <ac:spMk id="14" creationId="{B45D14AB-9B4D-38A0-B326-7765A4728AD2}"/>
          </ac:spMkLst>
        </pc:spChg>
        <pc:spChg chg="add mod">
          <ac:chgData name="Dukyong Kim" userId="5fff4e7d-2155-4b12-9a4d-4cb27fc3a7d7" providerId="ADAL" clId="{C7CD870E-54A3-4BE7-A603-55348BA4B31E}" dt="2026-02-02T20:45:20.296" v="489" actId="12789"/>
          <ac:spMkLst>
            <pc:docMk/>
            <pc:sldMk cId="783124854" sldId="257"/>
            <ac:spMk id="15" creationId="{3B230FAD-5810-11CB-13AF-D1D9ECD8A016}"/>
          </ac:spMkLst>
        </pc:spChg>
        <pc:spChg chg="add del mod ord">
          <ac:chgData name="Dukyong Kim" userId="5fff4e7d-2155-4b12-9a4d-4cb27fc3a7d7" providerId="ADAL" clId="{C7CD870E-54A3-4BE7-A603-55348BA4B31E}" dt="2026-02-06T18:34:58.150" v="503" actId="1076"/>
          <ac:spMkLst>
            <pc:docMk/>
            <pc:sldMk cId="783124854" sldId="257"/>
            <ac:spMk id="18" creationId="{4DF203F5-18D6-BC8B-2BC4-6D44B59DCC2B}"/>
          </ac:spMkLst>
        </pc:spChg>
        <pc:picChg chg="add mod">
          <ac:chgData name="Dukyong Kim" userId="5fff4e7d-2155-4b12-9a4d-4cb27fc3a7d7" providerId="ADAL" clId="{C7CD870E-54A3-4BE7-A603-55348BA4B31E}" dt="2026-02-06T18:34:39.883" v="492"/>
          <ac:picMkLst>
            <pc:docMk/>
            <pc:sldMk cId="783124854" sldId="257"/>
            <ac:picMk id="2" creationId="{84D6C9B6-E9F5-DF0D-8040-D04770C0B03E}"/>
          </ac:picMkLst>
        </pc:picChg>
        <pc:picChg chg="add mod">
          <ac:chgData name="Dukyong Kim" userId="5fff4e7d-2155-4b12-9a4d-4cb27fc3a7d7" providerId="ADAL" clId="{C7CD870E-54A3-4BE7-A603-55348BA4B31E}" dt="2026-02-06T18:34:55.917" v="502" actId="12788"/>
          <ac:picMkLst>
            <pc:docMk/>
            <pc:sldMk cId="783124854" sldId="257"/>
            <ac:picMk id="3" creationId="{A08FDBF9-AC77-ADD6-D660-BF03B1944580}"/>
          </ac:picMkLst>
        </pc:picChg>
        <pc:picChg chg="add mod topLvl">
          <ac:chgData name="Dukyong Kim" userId="5fff4e7d-2155-4b12-9a4d-4cb27fc3a7d7" providerId="ADAL" clId="{C7CD870E-54A3-4BE7-A603-55348BA4B31E}" dt="2026-02-02T20:45:20.296" v="489" actId="12789"/>
          <ac:picMkLst>
            <pc:docMk/>
            <pc:sldMk cId="783124854" sldId="257"/>
            <ac:picMk id="5" creationId="{9E10FE66-BE5C-21DE-2186-25360984C444}"/>
          </ac:picMkLst>
        </pc:picChg>
        <pc:picChg chg="add mod topLvl">
          <ac:chgData name="Dukyong Kim" userId="5fff4e7d-2155-4b12-9a4d-4cb27fc3a7d7" providerId="ADAL" clId="{C7CD870E-54A3-4BE7-A603-55348BA4B31E}" dt="2026-02-02T20:45:17.185" v="487" actId="1076"/>
          <ac:picMkLst>
            <pc:docMk/>
            <pc:sldMk cId="783124854" sldId="257"/>
            <ac:picMk id="6" creationId="{130A6268-9153-6ED2-BBFF-4EB8D0322028}"/>
          </ac:picMkLst>
        </pc:picChg>
        <pc:picChg chg="add mod topLvl">
          <ac:chgData name="Dukyong Kim" userId="5fff4e7d-2155-4b12-9a4d-4cb27fc3a7d7" providerId="ADAL" clId="{C7CD870E-54A3-4BE7-A603-55348BA4B31E}" dt="2026-02-02T20:45:32.192" v="491"/>
          <ac:picMkLst>
            <pc:docMk/>
            <pc:sldMk cId="783124854" sldId="257"/>
            <ac:picMk id="8" creationId="{DD92BEE8-DDC7-27F4-952E-7ACC28CA23A6}"/>
          </ac:picMkLst>
        </pc:picChg>
        <pc:picChg chg="add del mod">
          <ac:chgData name="Dukyong Kim" userId="5fff4e7d-2155-4b12-9a4d-4cb27fc3a7d7" providerId="ADAL" clId="{C7CD870E-54A3-4BE7-A603-55348BA4B31E}" dt="2026-02-06T18:34:45.036" v="496" actId="21"/>
          <ac:picMkLst>
            <pc:docMk/>
            <pc:sldMk cId="783124854" sldId="257"/>
            <ac:picMk id="9" creationId="{76F34A32-05A9-089F-9AA0-A5B2067E2FFF}"/>
          </ac:picMkLst>
        </pc:picChg>
        <pc:cxnChg chg="add mod">
          <ac:chgData name="Dukyong Kim" userId="5fff4e7d-2155-4b12-9a4d-4cb27fc3a7d7" providerId="ADAL" clId="{C7CD870E-54A3-4BE7-A603-55348BA4B31E}" dt="2026-02-02T20:41:06.395" v="156" actId="1076"/>
          <ac:cxnSpMkLst>
            <pc:docMk/>
            <pc:sldMk cId="783124854" sldId="257"/>
            <ac:cxnSpMk id="13" creationId="{ACD241B8-FA8B-2F97-4803-3073351F793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6638" y="405558"/>
            <a:ext cx="6219825" cy="862742"/>
          </a:xfrm>
        </p:spPr>
        <p:txBody>
          <a:bodyPr anchor="b"/>
          <a:lstStyle>
            <a:lvl1pPr algn="ctr">
              <a:defRPr sz="21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6638" y="1301570"/>
            <a:ext cx="6219825" cy="598297"/>
          </a:xfrm>
        </p:spPr>
        <p:txBody>
          <a:bodyPr/>
          <a:lstStyle>
            <a:lvl1pPr marL="0" indent="0" algn="ctr">
              <a:buNone/>
              <a:defRPr sz="867"/>
            </a:lvl1pPr>
            <a:lvl2pPr marL="165186" indent="0" algn="ctr">
              <a:buNone/>
              <a:defRPr sz="723"/>
            </a:lvl2pPr>
            <a:lvl3pPr marL="330373" indent="0" algn="ctr">
              <a:buNone/>
              <a:defRPr sz="650"/>
            </a:lvl3pPr>
            <a:lvl4pPr marL="495559" indent="0" algn="ctr">
              <a:buNone/>
              <a:defRPr sz="578"/>
            </a:lvl4pPr>
            <a:lvl5pPr marL="660745" indent="0" algn="ctr">
              <a:buNone/>
              <a:defRPr sz="578"/>
            </a:lvl5pPr>
            <a:lvl6pPr marL="825932" indent="0" algn="ctr">
              <a:buNone/>
              <a:defRPr sz="578"/>
            </a:lvl6pPr>
            <a:lvl7pPr marL="991118" indent="0" algn="ctr">
              <a:buNone/>
              <a:defRPr sz="578"/>
            </a:lvl7pPr>
            <a:lvl8pPr marL="1156305" indent="0" algn="ctr">
              <a:buNone/>
              <a:defRPr sz="578"/>
            </a:lvl8pPr>
            <a:lvl9pPr marL="1321491" indent="0" algn="ctr">
              <a:buNone/>
              <a:defRPr sz="57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8F17-B28D-47CD-9000-9F4B4EB7F73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99D69-6884-4AC6-AA23-FE275830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23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8F17-B28D-47CD-9000-9F4B4EB7F73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99D69-6884-4AC6-AA23-FE275830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99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831" y="617801"/>
            <a:ext cx="7152799" cy="1030816"/>
          </a:xfrm>
        </p:spPr>
        <p:txBody>
          <a:bodyPr anchor="b"/>
          <a:lstStyle>
            <a:lvl1pPr>
              <a:defRPr sz="21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831" y="1658369"/>
            <a:ext cx="7152799" cy="542082"/>
          </a:xfrm>
        </p:spPr>
        <p:txBody>
          <a:bodyPr/>
          <a:lstStyle>
            <a:lvl1pPr marL="0" indent="0">
              <a:buNone/>
              <a:defRPr sz="867">
                <a:solidFill>
                  <a:schemeClr val="tx1">
                    <a:tint val="82000"/>
                  </a:schemeClr>
                </a:solidFill>
              </a:defRPr>
            </a:lvl1pPr>
            <a:lvl2pPr marL="165186" indent="0">
              <a:buNone/>
              <a:defRPr sz="723">
                <a:solidFill>
                  <a:schemeClr val="tx1">
                    <a:tint val="82000"/>
                  </a:schemeClr>
                </a:solidFill>
              </a:defRPr>
            </a:lvl2pPr>
            <a:lvl3pPr marL="330373" indent="0">
              <a:buNone/>
              <a:defRPr sz="650">
                <a:solidFill>
                  <a:schemeClr val="tx1">
                    <a:tint val="82000"/>
                  </a:schemeClr>
                </a:solidFill>
              </a:defRPr>
            </a:lvl3pPr>
            <a:lvl4pPr marL="495559" indent="0">
              <a:buNone/>
              <a:defRPr sz="578">
                <a:solidFill>
                  <a:schemeClr val="tx1">
                    <a:tint val="82000"/>
                  </a:schemeClr>
                </a:solidFill>
              </a:defRPr>
            </a:lvl4pPr>
            <a:lvl5pPr marL="660745" indent="0">
              <a:buNone/>
              <a:defRPr sz="578">
                <a:solidFill>
                  <a:schemeClr val="tx1">
                    <a:tint val="82000"/>
                  </a:schemeClr>
                </a:solidFill>
              </a:defRPr>
            </a:lvl5pPr>
            <a:lvl6pPr marL="825932" indent="0">
              <a:buNone/>
              <a:defRPr sz="578">
                <a:solidFill>
                  <a:schemeClr val="tx1">
                    <a:tint val="82000"/>
                  </a:schemeClr>
                </a:solidFill>
              </a:defRPr>
            </a:lvl6pPr>
            <a:lvl7pPr marL="991118" indent="0">
              <a:buNone/>
              <a:defRPr sz="578">
                <a:solidFill>
                  <a:schemeClr val="tx1">
                    <a:tint val="82000"/>
                  </a:schemeClr>
                </a:solidFill>
              </a:defRPr>
            </a:lvl7pPr>
            <a:lvl8pPr marL="1156305" indent="0">
              <a:buNone/>
              <a:defRPr sz="578">
                <a:solidFill>
                  <a:schemeClr val="tx1">
                    <a:tint val="82000"/>
                  </a:schemeClr>
                </a:solidFill>
              </a:defRPr>
            </a:lvl8pPr>
            <a:lvl9pPr marL="1321491" indent="0">
              <a:buNone/>
              <a:defRPr sz="57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8F17-B28D-47CD-9000-9F4B4EB7F73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99D69-6884-4AC6-AA23-FE275830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42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150" y="659676"/>
            <a:ext cx="3524568" cy="1572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8382" y="659676"/>
            <a:ext cx="3524568" cy="1572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8F17-B28D-47CD-9000-9F4B4EB7F73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99D69-6884-4AC6-AA23-FE275830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53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231" y="131936"/>
            <a:ext cx="7152799" cy="4789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231" y="607476"/>
            <a:ext cx="3508370" cy="297715"/>
          </a:xfrm>
        </p:spPr>
        <p:txBody>
          <a:bodyPr anchor="b"/>
          <a:lstStyle>
            <a:lvl1pPr marL="0" indent="0">
              <a:buNone/>
              <a:defRPr sz="867" b="1"/>
            </a:lvl1pPr>
            <a:lvl2pPr marL="165186" indent="0">
              <a:buNone/>
              <a:defRPr sz="723" b="1"/>
            </a:lvl2pPr>
            <a:lvl3pPr marL="330373" indent="0">
              <a:buNone/>
              <a:defRPr sz="650" b="1"/>
            </a:lvl3pPr>
            <a:lvl4pPr marL="495559" indent="0">
              <a:buNone/>
              <a:defRPr sz="578" b="1"/>
            </a:lvl4pPr>
            <a:lvl5pPr marL="660745" indent="0">
              <a:buNone/>
              <a:defRPr sz="578" b="1"/>
            </a:lvl5pPr>
            <a:lvl6pPr marL="825932" indent="0">
              <a:buNone/>
              <a:defRPr sz="578" b="1"/>
            </a:lvl6pPr>
            <a:lvl7pPr marL="991118" indent="0">
              <a:buNone/>
              <a:defRPr sz="578" b="1"/>
            </a:lvl7pPr>
            <a:lvl8pPr marL="1156305" indent="0">
              <a:buNone/>
              <a:defRPr sz="578" b="1"/>
            </a:lvl8pPr>
            <a:lvl9pPr marL="1321491" indent="0">
              <a:buNone/>
              <a:defRPr sz="5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231" y="905190"/>
            <a:ext cx="3508370" cy="13313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98382" y="607476"/>
            <a:ext cx="3525648" cy="297715"/>
          </a:xfrm>
        </p:spPr>
        <p:txBody>
          <a:bodyPr anchor="b"/>
          <a:lstStyle>
            <a:lvl1pPr marL="0" indent="0">
              <a:buNone/>
              <a:defRPr sz="867" b="1"/>
            </a:lvl1pPr>
            <a:lvl2pPr marL="165186" indent="0">
              <a:buNone/>
              <a:defRPr sz="723" b="1"/>
            </a:lvl2pPr>
            <a:lvl3pPr marL="330373" indent="0">
              <a:buNone/>
              <a:defRPr sz="650" b="1"/>
            </a:lvl3pPr>
            <a:lvl4pPr marL="495559" indent="0">
              <a:buNone/>
              <a:defRPr sz="578" b="1"/>
            </a:lvl4pPr>
            <a:lvl5pPr marL="660745" indent="0">
              <a:buNone/>
              <a:defRPr sz="578" b="1"/>
            </a:lvl5pPr>
            <a:lvl6pPr marL="825932" indent="0">
              <a:buNone/>
              <a:defRPr sz="578" b="1"/>
            </a:lvl6pPr>
            <a:lvl7pPr marL="991118" indent="0">
              <a:buNone/>
              <a:defRPr sz="578" b="1"/>
            </a:lvl7pPr>
            <a:lvl8pPr marL="1156305" indent="0">
              <a:buNone/>
              <a:defRPr sz="578" b="1"/>
            </a:lvl8pPr>
            <a:lvl9pPr marL="1321491" indent="0">
              <a:buNone/>
              <a:defRPr sz="5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8382" y="905190"/>
            <a:ext cx="3525648" cy="13313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8F17-B28D-47CD-9000-9F4B4EB7F73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99D69-6884-4AC6-AA23-FE275830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7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8F17-B28D-47CD-9000-9F4B4EB7F73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99D69-6884-4AC6-AA23-FE275830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936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8F17-B28D-47CD-9000-9F4B4EB7F73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99D69-6884-4AC6-AA23-FE275830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512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231" y="165206"/>
            <a:ext cx="2674740" cy="578221"/>
          </a:xfrm>
        </p:spPr>
        <p:txBody>
          <a:bodyPr anchor="b"/>
          <a:lstStyle>
            <a:lvl1pPr>
              <a:defRPr sz="11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5648" y="356799"/>
            <a:ext cx="4198382" cy="1761049"/>
          </a:xfrm>
        </p:spPr>
        <p:txBody>
          <a:bodyPr/>
          <a:lstStyle>
            <a:lvl1pPr>
              <a:defRPr sz="1156"/>
            </a:lvl1pPr>
            <a:lvl2pPr>
              <a:defRPr sz="1012"/>
            </a:lvl2pPr>
            <a:lvl3pPr>
              <a:defRPr sz="867"/>
            </a:lvl3pPr>
            <a:lvl4pPr>
              <a:defRPr sz="723"/>
            </a:lvl4pPr>
            <a:lvl5pPr>
              <a:defRPr sz="723"/>
            </a:lvl5pPr>
            <a:lvl6pPr>
              <a:defRPr sz="723"/>
            </a:lvl6pPr>
            <a:lvl7pPr>
              <a:defRPr sz="723"/>
            </a:lvl7pPr>
            <a:lvl8pPr>
              <a:defRPr sz="723"/>
            </a:lvl8pPr>
            <a:lvl9pPr>
              <a:defRPr sz="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231" y="743427"/>
            <a:ext cx="2674740" cy="1377289"/>
          </a:xfrm>
        </p:spPr>
        <p:txBody>
          <a:bodyPr/>
          <a:lstStyle>
            <a:lvl1pPr marL="0" indent="0">
              <a:buNone/>
              <a:defRPr sz="578"/>
            </a:lvl1pPr>
            <a:lvl2pPr marL="165186" indent="0">
              <a:buNone/>
              <a:defRPr sz="506"/>
            </a:lvl2pPr>
            <a:lvl3pPr marL="330373" indent="0">
              <a:buNone/>
              <a:defRPr sz="434"/>
            </a:lvl3pPr>
            <a:lvl4pPr marL="495559" indent="0">
              <a:buNone/>
              <a:defRPr sz="361"/>
            </a:lvl4pPr>
            <a:lvl5pPr marL="660745" indent="0">
              <a:buNone/>
              <a:defRPr sz="361"/>
            </a:lvl5pPr>
            <a:lvl6pPr marL="825932" indent="0">
              <a:buNone/>
              <a:defRPr sz="361"/>
            </a:lvl6pPr>
            <a:lvl7pPr marL="991118" indent="0">
              <a:buNone/>
              <a:defRPr sz="361"/>
            </a:lvl7pPr>
            <a:lvl8pPr marL="1156305" indent="0">
              <a:buNone/>
              <a:defRPr sz="361"/>
            </a:lvl8pPr>
            <a:lvl9pPr marL="1321491" indent="0">
              <a:buNone/>
              <a:defRPr sz="36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8F17-B28D-47CD-9000-9F4B4EB7F73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99D69-6884-4AC6-AA23-FE275830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917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231" y="165206"/>
            <a:ext cx="2674740" cy="578221"/>
          </a:xfrm>
        </p:spPr>
        <p:txBody>
          <a:bodyPr anchor="b"/>
          <a:lstStyle>
            <a:lvl1pPr>
              <a:defRPr sz="11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25648" y="356799"/>
            <a:ext cx="4198382" cy="1761049"/>
          </a:xfrm>
        </p:spPr>
        <p:txBody>
          <a:bodyPr anchor="t"/>
          <a:lstStyle>
            <a:lvl1pPr marL="0" indent="0">
              <a:buNone/>
              <a:defRPr sz="1156"/>
            </a:lvl1pPr>
            <a:lvl2pPr marL="165186" indent="0">
              <a:buNone/>
              <a:defRPr sz="1012"/>
            </a:lvl2pPr>
            <a:lvl3pPr marL="330373" indent="0">
              <a:buNone/>
              <a:defRPr sz="867"/>
            </a:lvl3pPr>
            <a:lvl4pPr marL="495559" indent="0">
              <a:buNone/>
              <a:defRPr sz="723"/>
            </a:lvl4pPr>
            <a:lvl5pPr marL="660745" indent="0">
              <a:buNone/>
              <a:defRPr sz="723"/>
            </a:lvl5pPr>
            <a:lvl6pPr marL="825932" indent="0">
              <a:buNone/>
              <a:defRPr sz="723"/>
            </a:lvl6pPr>
            <a:lvl7pPr marL="991118" indent="0">
              <a:buNone/>
              <a:defRPr sz="723"/>
            </a:lvl7pPr>
            <a:lvl8pPr marL="1156305" indent="0">
              <a:buNone/>
              <a:defRPr sz="723"/>
            </a:lvl8pPr>
            <a:lvl9pPr marL="1321491" indent="0">
              <a:buNone/>
              <a:defRPr sz="72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231" y="743427"/>
            <a:ext cx="2674740" cy="1377289"/>
          </a:xfrm>
        </p:spPr>
        <p:txBody>
          <a:bodyPr/>
          <a:lstStyle>
            <a:lvl1pPr marL="0" indent="0">
              <a:buNone/>
              <a:defRPr sz="578"/>
            </a:lvl1pPr>
            <a:lvl2pPr marL="165186" indent="0">
              <a:buNone/>
              <a:defRPr sz="506"/>
            </a:lvl2pPr>
            <a:lvl3pPr marL="330373" indent="0">
              <a:buNone/>
              <a:defRPr sz="434"/>
            </a:lvl3pPr>
            <a:lvl4pPr marL="495559" indent="0">
              <a:buNone/>
              <a:defRPr sz="361"/>
            </a:lvl4pPr>
            <a:lvl5pPr marL="660745" indent="0">
              <a:buNone/>
              <a:defRPr sz="361"/>
            </a:lvl5pPr>
            <a:lvl6pPr marL="825932" indent="0">
              <a:buNone/>
              <a:defRPr sz="361"/>
            </a:lvl6pPr>
            <a:lvl7pPr marL="991118" indent="0">
              <a:buNone/>
              <a:defRPr sz="361"/>
            </a:lvl7pPr>
            <a:lvl8pPr marL="1156305" indent="0">
              <a:buNone/>
              <a:defRPr sz="361"/>
            </a:lvl8pPr>
            <a:lvl9pPr marL="1321491" indent="0">
              <a:buNone/>
              <a:defRPr sz="36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8F17-B28D-47CD-9000-9F4B4EB7F73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99D69-6884-4AC6-AA23-FE275830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08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8F17-B28D-47CD-9000-9F4B4EB7F73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99D69-6884-4AC6-AA23-FE275830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4750" y="131935"/>
            <a:ext cx="1788200" cy="21000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0151" y="131935"/>
            <a:ext cx="5260935" cy="2100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8F17-B28D-47CD-9000-9F4B4EB7F73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99D69-6884-4AC6-AA23-FE275830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20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0151" y="131936"/>
            <a:ext cx="7152799" cy="4789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0151" y="659676"/>
            <a:ext cx="7152799" cy="157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150" y="2296821"/>
            <a:ext cx="1865948" cy="1319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5C8F17-B28D-47CD-9000-9F4B4EB7F73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7090" y="2296821"/>
            <a:ext cx="2798921" cy="1319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57002" y="2296821"/>
            <a:ext cx="1865948" cy="1319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199D69-6884-4AC6-AA23-FE275830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31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30373" rtl="0" eaLnBrk="1" latinLnBrk="0" hangingPunct="1">
        <a:lnSpc>
          <a:spcPct val="90000"/>
        </a:lnSpc>
        <a:spcBef>
          <a:spcPct val="0"/>
        </a:spcBef>
        <a:buNone/>
        <a:defRPr sz="1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593" indent="-82593" algn="l" defTabSz="330373" rtl="0" eaLnBrk="1" latinLnBrk="0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012" kern="1200">
          <a:solidFill>
            <a:schemeClr val="tx1"/>
          </a:solidFill>
          <a:latin typeface="+mn-lt"/>
          <a:ea typeface="+mn-ea"/>
          <a:cs typeface="+mn-cs"/>
        </a:defRPr>
      </a:lvl1pPr>
      <a:lvl2pPr marL="247780" indent="-82593" algn="l" defTabSz="330373" rtl="0" eaLnBrk="1" latinLnBrk="0" hangingPunct="1">
        <a:lnSpc>
          <a:spcPct val="90000"/>
        </a:lnSpc>
        <a:spcBef>
          <a:spcPts val="181"/>
        </a:spcBef>
        <a:buFont typeface="Arial" panose="020B0604020202020204" pitchFamily="34" charset="0"/>
        <a:buChar char="•"/>
        <a:defRPr sz="867" kern="1200">
          <a:solidFill>
            <a:schemeClr val="tx1"/>
          </a:solidFill>
          <a:latin typeface="+mn-lt"/>
          <a:ea typeface="+mn-ea"/>
          <a:cs typeface="+mn-cs"/>
        </a:defRPr>
      </a:lvl2pPr>
      <a:lvl3pPr marL="412966" indent="-82593" algn="l" defTabSz="330373" rtl="0" eaLnBrk="1" latinLnBrk="0" hangingPunct="1">
        <a:lnSpc>
          <a:spcPct val="90000"/>
        </a:lnSpc>
        <a:spcBef>
          <a:spcPts val="181"/>
        </a:spcBef>
        <a:buFont typeface="Arial" panose="020B0604020202020204" pitchFamily="34" charset="0"/>
        <a:buChar char="•"/>
        <a:defRPr sz="723" kern="1200">
          <a:solidFill>
            <a:schemeClr val="tx1"/>
          </a:solidFill>
          <a:latin typeface="+mn-lt"/>
          <a:ea typeface="+mn-ea"/>
          <a:cs typeface="+mn-cs"/>
        </a:defRPr>
      </a:lvl3pPr>
      <a:lvl4pPr marL="578152" indent="-82593" algn="l" defTabSz="330373" rtl="0" eaLnBrk="1" latinLnBrk="0" hangingPunct="1">
        <a:lnSpc>
          <a:spcPct val="90000"/>
        </a:lnSpc>
        <a:spcBef>
          <a:spcPts val="181"/>
        </a:spcBef>
        <a:buFont typeface="Arial" panose="020B0604020202020204" pitchFamily="34" charset="0"/>
        <a:buChar char="•"/>
        <a:defRPr sz="650" kern="1200">
          <a:solidFill>
            <a:schemeClr val="tx1"/>
          </a:solidFill>
          <a:latin typeface="+mn-lt"/>
          <a:ea typeface="+mn-ea"/>
          <a:cs typeface="+mn-cs"/>
        </a:defRPr>
      </a:lvl4pPr>
      <a:lvl5pPr marL="743339" indent="-82593" algn="l" defTabSz="330373" rtl="0" eaLnBrk="1" latinLnBrk="0" hangingPunct="1">
        <a:lnSpc>
          <a:spcPct val="90000"/>
        </a:lnSpc>
        <a:spcBef>
          <a:spcPts val="181"/>
        </a:spcBef>
        <a:buFont typeface="Arial" panose="020B0604020202020204" pitchFamily="34" charset="0"/>
        <a:buChar char="•"/>
        <a:defRPr sz="650" kern="1200">
          <a:solidFill>
            <a:schemeClr val="tx1"/>
          </a:solidFill>
          <a:latin typeface="+mn-lt"/>
          <a:ea typeface="+mn-ea"/>
          <a:cs typeface="+mn-cs"/>
        </a:defRPr>
      </a:lvl5pPr>
      <a:lvl6pPr marL="908525" indent="-82593" algn="l" defTabSz="330373" rtl="0" eaLnBrk="1" latinLnBrk="0" hangingPunct="1">
        <a:lnSpc>
          <a:spcPct val="90000"/>
        </a:lnSpc>
        <a:spcBef>
          <a:spcPts val="181"/>
        </a:spcBef>
        <a:buFont typeface="Arial" panose="020B0604020202020204" pitchFamily="34" charset="0"/>
        <a:buChar char="•"/>
        <a:defRPr sz="650" kern="1200">
          <a:solidFill>
            <a:schemeClr val="tx1"/>
          </a:solidFill>
          <a:latin typeface="+mn-lt"/>
          <a:ea typeface="+mn-ea"/>
          <a:cs typeface="+mn-cs"/>
        </a:defRPr>
      </a:lvl6pPr>
      <a:lvl7pPr marL="1073711" indent="-82593" algn="l" defTabSz="330373" rtl="0" eaLnBrk="1" latinLnBrk="0" hangingPunct="1">
        <a:lnSpc>
          <a:spcPct val="90000"/>
        </a:lnSpc>
        <a:spcBef>
          <a:spcPts val="181"/>
        </a:spcBef>
        <a:buFont typeface="Arial" panose="020B0604020202020204" pitchFamily="34" charset="0"/>
        <a:buChar char="•"/>
        <a:defRPr sz="650" kern="1200">
          <a:solidFill>
            <a:schemeClr val="tx1"/>
          </a:solidFill>
          <a:latin typeface="+mn-lt"/>
          <a:ea typeface="+mn-ea"/>
          <a:cs typeface="+mn-cs"/>
        </a:defRPr>
      </a:lvl7pPr>
      <a:lvl8pPr marL="1238898" indent="-82593" algn="l" defTabSz="330373" rtl="0" eaLnBrk="1" latinLnBrk="0" hangingPunct="1">
        <a:lnSpc>
          <a:spcPct val="90000"/>
        </a:lnSpc>
        <a:spcBef>
          <a:spcPts val="181"/>
        </a:spcBef>
        <a:buFont typeface="Arial" panose="020B0604020202020204" pitchFamily="34" charset="0"/>
        <a:buChar char="•"/>
        <a:defRPr sz="650" kern="1200">
          <a:solidFill>
            <a:schemeClr val="tx1"/>
          </a:solidFill>
          <a:latin typeface="+mn-lt"/>
          <a:ea typeface="+mn-ea"/>
          <a:cs typeface="+mn-cs"/>
        </a:defRPr>
      </a:lvl8pPr>
      <a:lvl9pPr marL="1404084" indent="-82593" algn="l" defTabSz="330373" rtl="0" eaLnBrk="1" latinLnBrk="0" hangingPunct="1">
        <a:lnSpc>
          <a:spcPct val="90000"/>
        </a:lnSpc>
        <a:spcBef>
          <a:spcPts val="181"/>
        </a:spcBef>
        <a:buFont typeface="Arial" panose="020B0604020202020204" pitchFamily="34" charset="0"/>
        <a:buChar char="•"/>
        <a:defRPr sz="6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0373" rtl="0" eaLnBrk="1" latinLnBrk="0" hangingPunct="1">
        <a:defRPr sz="650" kern="1200">
          <a:solidFill>
            <a:schemeClr val="tx1"/>
          </a:solidFill>
          <a:latin typeface="+mn-lt"/>
          <a:ea typeface="+mn-ea"/>
          <a:cs typeface="+mn-cs"/>
        </a:defRPr>
      </a:lvl1pPr>
      <a:lvl2pPr marL="165186" algn="l" defTabSz="330373" rtl="0" eaLnBrk="1" latinLnBrk="0" hangingPunct="1">
        <a:defRPr sz="650" kern="1200">
          <a:solidFill>
            <a:schemeClr val="tx1"/>
          </a:solidFill>
          <a:latin typeface="+mn-lt"/>
          <a:ea typeface="+mn-ea"/>
          <a:cs typeface="+mn-cs"/>
        </a:defRPr>
      </a:lvl2pPr>
      <a:lvl3pPr marL="330373" algn="l" defTabSz="330373" rtl="0" eaLnBrk="1" latinLnBrk="0" hangingPunct="1">
        <a:defRPr sz="650" kern="1200">
          <a:solidFill>
            <a:schemeClr val="tx1"/>
          </a:solidFill>
          <a:latin typeface="+mn-lt"/>
          <a:ea typeface="+mn-ea"/>
          <a:cs typeface="+mn-cs"/>
        </a:defRPr>
      </a:lvl3pPr>
      <a:lvl4pPr marL="495559" algn="l" defTabSz="330373" rtl="0" eaLnBrk="1" latinLnBrk="0" hangingPunct="1">
        <a:defRPr sz="650" kern="1200">
          <a:solidFill>
            <a:schemeClr val="tx1"/>
          </a:solidFill>
          <a:latin typeface="+mn-lt"/>
          <a:ea typeface="+mn-ea"/>
          <a:cs typeface="+mn-cs"/>
        </a:defRPr>
      </a:lvl4pPr>
      <a:lvl5pPr marL="660745" algn="l" defTabSz="330373" rtl="0" eaLnBrk="1" latinLnBrk="0" hangingPunct="1">
        <a:defRPr sz="650" kern="1200">
          <a:solidFill>
            <a:schemeClr val="tx1"/>
          </a:solidFill>
          <a:latin typeface="+mn-lt"/>
          <a:ea typeface="+mn-ea"/>
          <a:cs typeface="+mn-cs"/>
        </a:defRPr>
      </a:lvl5pPr>
      <a:lvl6pPr marL="825932" algn="l" defTabSz="330373" rtl="0" eaLnBrk="1" latinLnBrk="0" hangingPunct="1">
        <a:defRPr sz="650" kern="1200">
          <a:solidFill>
            <a:schemeClr val="tx1"/>
          </a:solidFill>
          <a:latin typeface="+mn-lt"/>
          <a:ea typeface="+mn-ea"/>
          <a:cs typeface="+mn-cs"/>
        </a:defRPr>
      </a:lvl6pPr>
      <a:lvl7pPr marL="991118" algn="l" defTabSz="330373" rtl="0" eaLnBrk="1" latinLnBrk="0" hangingPunct="1">
        <a:defRPr sz="650" kern="1200">
          <a:solidFill>
            <a:schemeClr val="tx1"/>
          </a:solidFill>
          <a:latin typeface="+mn-lt"/>
          <a:ea typeface="+mn-ea"/>
          <a:cs typeface="+mn-cs"/>
        </a:defRPr>
      </a:lvl7pPr>
      <a:lvl8pPr marL="1156305" algn="l" defTabSz="330373" rtl="0" eaLnBrk="1" latinLnBrk="0" hangingPunct="1">
        <a:defRPr sz="650" kern="1200">
          <a:solidFill>
            <a:schemeClr val="tx1"/>
          </a:solidFill>
          <a:latin typeface="+mn-lt"/>
          <a:ea typeface="+mn-ea"/>
          <a:cs typeface="+mn-cs"/>
        </a:defRPr>
      </a:lvl8pPr>
      <a:lvl9pPr marL="1321491" algn="l" defTabSz="330373" rtl="0" eaLnBrk="1" latinLnBrk="0" hangingPunct="1">
        <a:defRPr sz="6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94B943E-4247-4A36-3D16-1F477ECD4F62}"/>
              </a:ext>
            </a:extLst>
          </p:cNvPr>
          <p:cNvSpPr/>
          <p:nvPr/>
        </p:nvSpPr>
        <p:spPr>
          <a:xfrm>
            <a:off x="168453" y="49991"/>
            <a:ext cx="7956194" cy="23781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9988B0-D84A-86D7-9C5E-9794DF83D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36" y="227171"/>
            <a:ext cx="3485310" cy="110031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D0A3B62-00BB-A6BE-F019-B84B3D0B9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3696" y="269284"/>
            <a:ext cx="1337361" cy="11003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8ADBCB-0A47-58A8-0E59-9B0DF56A2927}"/>
              </a:ext>
            </a:extLst>
          </p:cNvPr>
          <p:cNvSpPr txBox="1"/>
          <p:nvPr/>
        </p:nvSpPr>
        <p:spPr>
          <a:xfrm>
            <a:off x="2166995" y="2007601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collaboration with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7A52AF-7D02-072B-62EF-E24C6F506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8461" y="1533756"/>
            <a:ext cx="3742346" cy="84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45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68EA35-0BA0-8A92-2BFD-65F19EAD54E3}"/>
              </a:ext>
            </a:extLst>
          </p:cNvPr>
          <p:cNvSpPr/>
          <p:nvPr/>
        </p:nvSpPr>
        <p:spPr>
          <a:xfrm>
            <a:off x="157779" y="49991"/>
            <a:ext cx="7956194" cy="2378106"/>
          </a:xfrm>
          <a:prstGeom prst="rect">
            <a:avLst/>
          </a:prstGeom>
          <a:gradFill flip="none" rotWithShape="1">
            <a:gsLst>
              <a:gs pos="51000">
                <a:schemeClr val="bg1"/>
              </a:gs>
              <a:gs pos="100000">
                <a:srgbClr val="30114E">
                  <a:lumMod val="40000"/>
                  <a:lumOff val="60000"/>
                </a:srgbClr>
              </a:gs>
            </a:gsLst>
            <a:lin ang="2700000" scaled="0"/>
            <a:tileRect/>
          </a:gra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DF203F5-18D6-BC8B-2BC4-6D44B59DCC2B}"/>
              </a:ext>
            </a:extLst>
          </p:cNvPr>
          <p:cNvSpPr/>
          <p:nvPr/>
        </p:nvSpPr>
        <p:spPr>
          <a:xfrm>
            <a:off x="507999" y="1534581"/>
            <a:ext cx="2636522" cy="56800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02EA4E-E3D8-FE7C-EE63-353E500FDEED}"/>
              </a:ext>
            </a:extLst>
          </p:cNvPr>
          <p:cNvSpPr txBox="1"/>
          <p:nvPr/>
        </p:nvSpPr>
        <p:spPr>
          <a:xfrm>
            <a:off x="4963143" y="1571286"/>
            <a:ext cx="26210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collaboration with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0FE66-BE5C-21DE-2186-25360984C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143" y="924502"/>
            <a:ext cx="1691891" cy="53413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30A6268-9153-6ED2-BBFF-4EB8D03220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4446" y="896039"/>
            <a:ext cx="718391" cy="5910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92BEE8-DDC7-27F4-952E-7ACC28CA23A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18381" y="1722943"/>
            <a:ext cx="2908073" cy="65520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D241B8-FA8B-2F97-4803-3073351F793A}"/>
              </a:ext>
            </a:extLst>
          </p:cNvPr>
          <p:cNvCxnSpPr/>
          <p:nvPr/>
        </p:nvCxnSpPr>
        <p:spPr>
          <a:xfrm>
            <a:off x="3474720" y="254000"/>
            <a:ext cx="0" cy="20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5D14AB-9B4D-38A0-B326-7765A4728AD2}"/>
              </a:ext>
            </a:extLst>
          </p:cNvPr>
          <p:cNvSpPr txBox="1"/>
          <p:nvPr/>
        </p:nvSpPr>
        <p:spPr>
          <a:xfrm>
            <a:off x="3605254" y="116552"/>
            <a:ext cx="4378186" cy="58477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end-to-end machine learning powered </a:t>
            </a:r>
            <a:br>
              <a:rPr lang="en-US" altLang="ko-K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 image analysis software</a:t>
            </a:r>
            <a:endParaRPr lang="ko-KR" alt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230FAD-5810-11CB-13AF-D1D9ECD8A016}"/>
              </a:ext>
            </a:extLst>
          </p:cNvPr>
          <p:cNvSpPr txBox="1"/>
          <p:nvPr/>
        </p:nvSpPr>
        <p:spPr>
          <a:xfrm>
            <a:off x="3907348" y="1099235"/>
            <a:ext cx="86081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8FDBF9-AC77-ADD6-D660-BF03B19445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41" y="116552"/>
            <a:ext cx="1975839" cy="226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124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18</Words>
  <Application>Microsoft Office PowerPoint</Application>
  <PresentationFormat>Custom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Dukyong Kim</dc:creator>
  <cp:lastModifiedBy>Dukyong Kim</cp:lastModifiedBy>
  <cp:revision>1</cp:revision>
  <dcterms:created xsi:type="dcterms:W3CDTF">2026-01-07T15:32:48Z</dcterms:created>
  <dcterms:modified xsi:type="dcterms:W3CDTF">2026-02-06T18:35:00Z</dcterms:modified>
</cp:coreProperties>
</file>